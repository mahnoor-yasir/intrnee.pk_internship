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Barlow Bold" panose="020B0604020202020204" charset="0"/>
      <p:regular r:id="rId10"/>
    </p:embeddedFont>
    <p:embeddedFont>
      <p:font typeface="Barlow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Spline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56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7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5.sv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-4-9.svg"/><Relationship Id="rId4" Type="http://schemas.openxmlformats.org/officeDocument/2006/relationships/image" Target="../media/image-4-3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40949" y="731149"/>
            <a:ext cx="2483867" cy="13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INTERNEE.PK </a:t>
            </a:r>
            <a:r>
              <a:rPr lang="en-US" sz="1100" dirty="0" smtClean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VIRTUAL INTERNSHIP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19811" y="1267445"/>
            <a:ext cx="4634954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Hello, I'm </a:t>
            </a:r>
            <a:r>
              <a:rPr lang="en-US" sz="2650" b="1" dirty="0">
                <a:solidFill>
                  <a:srgbClr val="AC9EF5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Mahnoor Yasir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19773" y="1810304"/>
            <a:ext cx="697592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Computer Science Student · Web Developer · Game Development Enthusiast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590792" y="2634448"/>
            <a:ext cx="1445270" cy="1597372"/>
          </a:xfrm>
          <a:prstGeom prst="roundRect">
            <a:avLst>
              <a:gd name="adj" fmla="val 15765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40927" y="2873961"/>
            <a:ext cx="1112937" cy="4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smtClean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Name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812157" y="3165658"/>
            <a:ext cx="111293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 smtClean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Mahnoor Yasir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185560" y="2634448"/>
            <a:ext cx="1445344" cy="1597372"/>
          </a:xfrm>
          <a:prstGeom prst="roundRect">
            <a:avLst>
              <a:gd name="adj" fmla="val 15764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51724" y="2903869"/>
            <a:ext cx="11130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University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331936" y="3205856"/>
            <a:ext cx="1235764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University of Management and Technology, Lahore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80402" y="2634448"/>
            <a:ext cx="1445344" cy="1597372"/>
          </a:xfrm>
          <a:prstGeom prst="roundRect">
            <a:avLst>
              <a:gd name="adj" fmla="val 15764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6567" y="2916285"/>
            <a:ext cx="11130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Degree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46568" y="3266801"/>
            <a:ext cx="111301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B.Sc. Computer Science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86165" y="3457585"/>
            <a:ext cx="1085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43722" y="3788654"/>
            <a:ext cx="10470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IGO-0201347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671" y="496045"/>
            <a:ext cx="8063954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My Academic Journey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859931" y="1196801"/>
            <a:ext cx="19050" cy="2742605"/>
          </a:xfrm>
          <a:prstGeom prst="roundRect">
            <a:avLst>
              <a:gd name="adj" fmla="val 50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604021" y="1347266"/>
            <a:ext cx="284485" cy="19050"/>
          </a:xfrm>
          <a:prstGeom prst="roundRect">
            <a:avLst>
              <a:gd name="adj" fmla="val 50000"/>
            </a:avLst>
          </a:prstGeom>
          <a:solidFill>
            <a:srgbClr val="00E5A1"/>
          </a:solidFill>
          <a:ln/>
        </p:spPr>
      </p:sp>
      <p:sp>
        <p:nvSpPr>
          <p:cNvPr id="5" name="Shape 3"/>
          <p:cNvSpPr/>
          <p:nvPr/>
        </p:nvSpPr>
        <p:spPr>
          <a:xfrm>
            <a:off x="4816138" y="1303473"/>
            <a:ext cx="106635" cy="106635"/>
          </a:xfrm>
          <a:prstGeom prst="ellipse">
            <a:avLst/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837479" y="1245691"/>
            <a:ext cx="3463007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2023 — 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7479" y="1521916"/>
            <a:ext cx="3463007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University of Management and Technology (UMT)</a:t>
            </a:r>
            <a:endParaRPr lang="en-US" sz="1200" dirty="0"/>
          </a:p>
          <a:p>
            <a:pPr marL="0" indent="0" algn="r">
              <a:lnSpc>
                <a:spcPct val="128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B.Sc. in Computer Science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50406" y="2178471"/>
            <a:ext cx="284485" cy="19050"/>
          </a:xfrm>
          <a:prstGeom prst="roundRect">
            <a:avLst>
              <a:gd name="adj" fmla="val 50000"/>
            </a:avLst>
          </a:prstGeom>
          <a:solidFill>
            <a:srgbClr val="0FC3C0"/>
          </a:solidFill>
          <a:ln/>
        </p:spPr>
      </p:sp>
      <p:sp>
        <p:nvSpPr>
          <p:cNvPr id="9" name="Shape 7"/>
          <p:cNvSpPr/>
          <p:nvPr/>
        </p:nvSpPr>
        <p:spPr>
          <a:xfrm>
            <a:off x="4816138" y="2134679"/>
            <a:ext cx="106635" cy="106635"/>
          </a:xfrm>
          <a:prstGeom prst="ellipse">
            <a:avLst/>
          </a:prstGeom>
          <a:solidFill>
            <a:srgbClr val="29DDDA"/>
          </a:solidFill>
          <a:ln/>
        </p:spPr>
      </p:sp>
      <p:sp>
        <p:nvSpPr>
          <p:cNvPr id="10" name="Text 8"/>
          <p:cNvSpPr/>
          <p:nvPr/>
        </p:nvSpPr>
        <p:spPr>
          <a:xfrm>
            <a:off x="5438426" y="2076896"/>
            <a:ext cx="3463007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2021 — 2023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38426" y="2353121"/>
            <a:ext cx="3463007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Fatima Jinnah College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Intermediate in Computer Science (ICS)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4021" y="2902967"/>
            <a:ext cx="284485" cy="19050"/>
          </a:xfrm>
          <a:prstGeom prst="roundRect">
            <a:avLst>
              <a:gd name="adj" fmla="val 50000"/>
            </a:avLst>
          </a:prstGeom>
          <a:solidFill>
            <a:srgbClr val="1D8D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6138" y="2859174"/>
            <a:ext cx="106635" cy="106635"/>
          </a:xfrm>
          <a:prstGeom prst="ellipse">
            <a:avLst/>
          </a:prstGeom>
          <a:solidFill>
            <a:srgbClr val="37A7E7"/>
          </a:solidFill>
          <a:ln/>
        </p:spPr>
      </p:sp>
      <p:sp>
        <p:nvSpPr>
          <p:cNvPr id="14" name="Text 12"/>
          <p:cNvSpPr/>
          <p:nvPr/>
        </p:nvSpPr>
        <p:spPr>
          <a:xfrm>
            <a:off x="837479" y="2801391"/>
            <a:ext cx="3463007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2019 — 2021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479" y="3077616"/>
            <a:ext cx="3463007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Govt G/H School Nabi Park, Ravi Road, Lahore</a:t>
            </a:r>
            <a:endParaRPr lang="en-US" sz="1200" dirty="0"/>
          </a:p>
          <a:p>
            <a:pPr marL="0" indent="0" algn="r">
              <a:lnSpc>
                <a:spcPct val="128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Matric in Science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3343" y="4217826"/>
            <a:ext cx="7916763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Currently in my </a:t>
            </a: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" pitchFamily="34" charset="-122"/>
                <a:cs typeface="Barlow" pitchFamily="34" charset="-120"/>
              </a:rPr>
              <a:t>7</a:t>
            </a:r>
            <a:r>
              <a:rPr lang="en-US" sz="1200" b="1" dirty="0" smtClean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 </a:t>
            </a: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semester</a:t>
            </a: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Computer </a:t>
            </a:r>
            <a:r>
              <a:rPr lang="en-US" sz="1200" dirty="0" smtClean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Science  </a:t>
            </a: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a strong </a:t>
            </a:r>
            <a:r>
              <a:rPr lang="en-US" sz="1200" dirty="0" smtClean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foundation </a:t>
            </a: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software, systems, and development.</a:t>
            </a:r>
            <a:endParaRPr lang="en-US" sz="1200" dirty="0"/>
          </a:p>
        </p:txBody>
      </p:sp>
      <p:sp>
        <p:nvSpPr>
          <p:cNvPr id="19" name="Rounded Rectangle 18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5059" y="56048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 Love Building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45059" y="1297703"/>
            <a:ext cx="308595" cy="308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5059" y="1799180"/>
            <a:ext cx="39355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Web Development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45059" y="2106063"/>
            <a:ext cx="393553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HTML · CSS · JavaScript · Responsive Interfaces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304834" y="1297703"/>
            <a:ext cx="308595" cy="308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4834" y="1722061"/>
            <a:ext cx="39355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Game Development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304834" y="2028944"/>
            <a:ext cx="393553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Unity 2D · C# · Gameplay </a:t>
            </a:r>
            <a:r>
              <a:rPr lang="en-US" sz="12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Mechanics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UI Systems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45059" y="2661564"/>
            <a:ext cx="308595" cy="3085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5059" y="3163041"/>
            <a:ext cx="39355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&amp; Data Science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5059" y="3469924"/>
            <a:ext cx="393553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Machine Learning · Python · Computer Vision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304834" y="2661564"/>
            <a:ext cx="308595" cy="3085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4834" y="3163041"/>
            <a:ext cx="39355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Software Development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304834" y="3469924"/>
            <a:ext cx="3935537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 · C++ · Java · Python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45059" y="3890364"/>
            <a:ext cx="8063954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Tools I use: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MySQL · XAMPP · GitHub · VS Code · Canva · Photoshop </a:t>
            </a:r>
            <a:r>
              <a:rPr lang="en-US" sz="12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 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Blender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 enjoy turning ideas into practical, interactive experiences.</a:t>
            </a:r>
            <a:endParaRPr lang="en-US" sz="1200" dirty="0"/>
          </a:p>
        </p:txBody>
      </p:sp>
      <p:sp>
        <p:nvSpPr>
          <p:cNvPr id="16" name="Rounded Rectangle 15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79712" y="582527"/>
            <a:ext cx="4634954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Beyond Technology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351138" y="1280471"/>
            <a:ext cx="4634954" cy="7119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0344" y="1422528"/>
            <a:ext cx="429369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Creative Writing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550344" y="1663480"/>
            <a:ext cx="42936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Expressing ideas and emotions through writing and storytelling.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351138" y="2098207"/>
            <a:ext cx="4634954" cy="7119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0344" y="2240264"/>
            <a:ext cx="429369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Creative Design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550344" y="2481216"/>
            <a:ext cx="42936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Experimenting with 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design and crafting polished 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experiences.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351138" y="2915943"/>
            <a:ext cx="4634954" cy="7119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0344" y="3058000"/>
            <a:ext cx="429369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Learning New Technologies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550344" y="3298953"/>
            <a:ext cx="42936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Exploring new tools, frameworks, and development techniques.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51138" y="3733679"/>
            <a:ext cx="4634954" cy="711919"/>
          </a:xfrm>
          <a:prstGeom prst="rect">
            <a:avLst/>
          </a:prstGeom>
          <a:ln>
            <a:noFill/>
          </a:ln>
        </p:spPr>
      </p:pic>
      <p:sp>
        <p:nvSpPr>
          <p:cNvPr id="14" name="Text 7"/>
          <p:cNvSpPr/>
          <p:nvPr/>
        </p:nvSpPr>
        <p:spPr>
          <a:xfrm>
            <a:off x="1550344" y="3875736"/>
            <a:ext cx="429369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 Projects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1550344" y="4116689"/>
            <a:ext cx="42936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Turning ideas into small applications, games, and experiments.</a:t>
            </a:r>
            <a:endParaRPr lang="en-US"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01035" y="419696"/>
            <a:ext cx="4634954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Grateful for the Opportunity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1201035" y="1065833"/>
            <a:ext cx="4634954" cy="137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you, </a:t>
            </a:r>
            <a:r>
              <a:rPr lang="en-US" sz="1200" b="1" dirty="0">
                <a:solidFill>
                  <a:srgbClr val="AC9E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Internee.pk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for giving me the opportunity to be part of this virtual internship program.</a:t>
            </a:r>
            <a:endParaRPr lang="en-US" sz="12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I'm excited to learn through practical tasks, improve my development skills, gain real-world experience, and connect with other aspiring developers.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201035" y="2607692"/>
            <a:ext cx="4634954" cy="2087463"/>
          </a:xfrm>
          <a:prstGeom prst="roundRect">
            <a:avLst>
              <a:gd name="adj" fmla="val 10915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5322" y="2621980"/>
            <a:ext cx="4606379" cy="514722"/>
          </a:xfrm>
          <a:custGeom>
            <a:avLst/>
            <a:gdLst/>
            <a:ahLst/>
            <a:cxnLst/>
            <a:rect l="l" t="t" r="r" b="b"/>
            <a:pathLst>
              <a:path w="4606379" h="514722">
                <a:moveTo>
                  <a:pt x="189868" y="0"/>
                </a:moveTo>
                <a:lnTo>
                  <a:pt x="4416512" y="0"/>
                </a:lnTo>
                <a:arcTo wR="189868" hR="189868" stAng="16200000" swAng="5400000"/>
                <a:lnTo>
                  <a:pt x="4606379" y="514722"/>
                </a:lnTo>
                <a:lnTo>
                  <a:pt x="0" y="514722"/>
                </a:lnTo>
                <a:lnTo>
                  <a:pt x="0" y="189868"/>
                </a:lnTo>
                <a:arcTo wR="189868" hR="189868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1367201" y="2773859"/>
            <a:ext cx="430262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Learn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15322" y="3136702"/>
            <a:ext cx="4606379" cy="514722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9" name="Shape 6"/>
          <p:cNvSpPr/>
          <p:nvPr/>
        </p:nvSpPr>
        <p:spPr>
          <a:xfrm>
            <a:off x="1215322" y="3136702"/>
            <a:ext cx="4606379" cy="19050"/>
          </a:xfrm>
          <a:prstGeom prst="roundRect">
            <a:avLst>
              <a:gd name="adj" fmla="val 50000"/>
            </a:avLst>
          </a:prstGeom>
          <a:solidFill>
            <a:srgbClr val="0FC3C0"/>
          </a:solidFill>
          <a:ln/>
        </p:spPr>
      </p:sp>
      <p:sp>
        <p:nvSpPr>
          <p:cNvPr id="10" name="Text 7"/>
          <p:cNvSpPr/>
          <p:nvPr/>
        </p:nvSpPr>
        <p:spPr>
          <a:xfrm>
            <a:off x="1367201" y="3288581"/>
            <a:ext cx="430262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15322" y="3651424"/>
            <a:ext cx="4606379" cy="514722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2" name="Shape 9"/>
          <p:cNvSpPr/>
          <p:nvPr/>
        </p:nvSpPr>
        <p:spPr>
          <a:xfrm>
            <a:off x="1215322" y="3651424"/>
            <a:ext cx="4606379" cy="19050"/>
          </a:xfrm>
          <a:prstGeom prst="roundRect">
            <a:avLst>
              <a:gd name="adj" fmla="val 50000"/>
            </a:avLst>
          </a:prstGeom>
          <a:solidFill>
            <a:srgbClr val="1D8DCD"/>
          </a:solidFill>
          <a:ln/>
        </p:spPr>
      </p:sp>
      <p:sp>
        <p:nvSpPr>
          <p:cNvPr id="13" name="Text 10"/>
          <p:cNvSpPr/>
          <p:nvPr/>
        </p:nvSpPr>
        <p:spPr>
          <a:xfrm>
            <a:off x="1367201" y="3803303"/>
            <a:ext cx="430262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Improve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15322" y="4166146"/>
            <a:ext cx="4606379" cy="514722"/>
          </a:xfrm>
          <a:custGeom>
            <a:avLst/>
            <a:gdLst/>
            <a:ahLst/>
            <a:cxnLst/>
            <a:rect l="l" t="t" r="r" b="b"/>
            <a:pathLst>
              <a:path w="4606379" h="514722">
                <a:moveTo>
                  <a:pt x="0" y="0"/>
                </a:moveTo>
                <a:lnTo>
                  <a:pt x="4606379" y="0"/>
                </a:lnTo>
                <a:lnTo>
                  <a:pt x="4606379" y="324855"/>
                </a:lnTo>
                <a:arcTo wR="189868" hR="189868" stAng="0" swAng="5400000"/>
                <a:lnTo>
                  <a:pt x="189868" y="514722"/>
                </a:lnTo>
                <a:arcTo wR="189868" hR="189868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5" name="Shape 12"/>
          <p:cNvSpPr/>
          <p:nvPr/>
        </p:nvSpPr>
        <p:spPr>
          <a:xfrm>
            <a:off x="1215322" y="4166146"/>
            <a:ext cx="4606379" cy="19050"/>
          </a:xfrm>
          <a:prstGeom prst="roundRect">
            <a:avLst>
              <a:gd name="adj" fmla="val 50000"/>
            </a:avLst>
          </a:prstGeom>
          <a:solidFill>
            <a:srgbClr val="222B4A"/>
          </a:solidFill>
          <a:ln/>
        </p:spPr>
      </p:sp>
      <p:sp>
        <p:nvSpPr>
          <p:cNvPr id="16" name="Text 13"/>
          <p:cNvSpPr/>
          <p:nvPr/>
        </p:nvSpPr>
        <p:spPr>
          <a:xfrm>
            <a:off x="1367201" y="4318025"/>
            <a:ext cx="430262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Connect</a:t>
            </a:r>
            <a:endParaRPr lang="en-US" sz="1300" dirty="0"/>
          </a:p>
        </p:txBody>
      </p:sp>
      <p:sp>
        <p:nvSpPr>
          <p:cNvPr id="17" name="Rounded Rectangle 16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196" y="2853037"/>
            <a:ext cx="4031977" cy="54969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77489" y="541023"/>
            <a:ext cx="8063954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 Want to Achieve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21" y="1371563"/>
            <a:ext cx="4031977" cy="549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489" y="2043596"/>
            <a:ext cx="3757240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Strengthen My Skills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77489" y="2307841"/>
            <a:ext cx="3757240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Improve practical skills in HTML, CSS, JavaScript, and frontend development.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98" y="1371563"/>
            <a:ext cx="4031977" cy="5496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466" y="2043596"/>
            <a:ext cx="3757240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 Real Projects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709466" y="2307841"/>
            <a:ext cx="3757240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 on meaningful tasks and create projects that demonstrate my abilities.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21" y="2860886"/>
            <a:ext cx="4031977" cy="5496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7489" y="3532920"/>
            <a:ext cx="3757240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Gain Professional Experience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77489" y="3797164"/>
            <a:ext cx="3757240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Understand professional workflows, deadlines, and project execution.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199" y="2880160"/>
            <a:ext cx="3117773" cy="492279"/>
          </a:xfrm>
          <a:prstGeom prst="rect">
            <a:avLst/>
          </a:prstGeom>
          <a:ln>
            <a:noFill/>
          </a:ln>
        </p:spPr>
      </p:pic>
      <p:sp>
        <p:nvSpPr>
          <p:cNvPr id="13" name="Text 7"/>
          <p:cNvSpPr/>
          <p:nvPr/>
        </p:nvSpPr>
        <p:spPr>
          <a:xfrm>
            <a:off x="4709466" y="3532920"/>
            <a:ext cx="3757240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Grow My Portfolio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709466" y="3797164"/>
            <a:ext cx="3757240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stronger projects to showcase on GitHub and my professional portfolio.</a:t>
            </a:r>
            <a:endParaRPr lang="en-US"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12502" y="808694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Let's Learn, Build &amp; Grow Together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412502" y="1897372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I'm excited to begin this journey with </a:t>
            </a:r>
            <a:r>
              <a:rPr lang="en-US" sz="1200" b="1" dirty="0">
                <a:solidFill>
                  <a:srgbClr val="AC9E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Internee.pk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connect with fellow internees.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12502" y="2834394"/>
            <a:ext cx="2240310" cy="1394222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85812" y="3007704"/>
            <a:ext cx="18936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You!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85812" y="3314588"/>
            <a:ext cx="1893689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Mahnoor Yasir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Computer Science Student </a:t>
            </a:r>
            <a:r>
              <a:rPr lang="en-US" sz="12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 Developer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07072" y="2834394"/>
            <a:ext cx="2240384" cy="1394222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80382" y="3007704"/>
            <a:ext cx="18937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Internee.pk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80382" y="3478410"/>
            <a:ext cx="189376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Virtual Internship Program</a:t>
            </a:r>
            <a:endParaRPr lang="en-US" sz="1200" dirty="0"/>
          </a:p>
        </p:txBody>
      </p:sp>
      <p:sp>
        <p:nvSpPr>
          <p:cNvPr id="12" name="Rounded Rectangle 11"/>
          <p:cNvSpPr/>
          <p:nvPr/>
        </p:nvSpPr>
        <p:spPr>
          <a:xfrm>
            <a:off x="7976212" y="4792337"/>
            <a:ext cx="1167788" cy="351163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393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Barlow Bold</vt:lpstr>
      <vt:lpstr>Barlow</vt:lpstr>
      <vt:lpstr>Times New Roman</vt:lpstr>
      <vt:lpstr>Calibri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MaحNoor</dc:creator>
  <cp:lastModifiedBy>Mahnoor</cp:lastModifiedBy>
  <cp:revision>46</cp:revision>
  <dcterms:created xsi:type="dcterms:W3CDTF">2026-08-08T16:39:24Z</dcterms:created>
  <dcterms:modified xsi:type="dcterms:W3CDTF">2026-08-08T17:14:04Z</dcterms:modified>
</cp:coreProperties>
</file>